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516" y="-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E1A73-4169-4FEE-B1FB-A34C95C63A90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1E2FE-052E-4570-9BD2-B329571407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4138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E1A73-4169-4FEE-B1FB-A34C95C63A90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1E2FE-052E-4570-9BD2-B329571407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8422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E1A73-4169-4FEE-B1FB-A34C95C63A90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1E2FE-052E-4570-9BD2-B329571407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8318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E1A73-4169-4FEE-B1FB-A34C95C63A90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1E2FE-052E-4570-9BD2-B329571407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7711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E1A73-4169-4FEE-B1FB-A34C95C63A90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1E2FE-052E-4570-9BD2-B329571407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6694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E1A73-4169-4FEE-B1FB-A34C95C63A90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1E2FE-052E-4570-9BD2-B329571407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2837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E1A73-4169-4FEE-B1FB-A34C95C63A90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1E2FE-052E-4570-9BD2-B329571407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805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E1A73-4169-4FEE-B1FB-A34C95C63A90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1E2FE-052E-4570-9BD2-B329571407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6111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E1A73-4169-4FEE-B1FB-A34C95C63A90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1E2FE-052E-4570-9BD2-B329571407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5756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E1A73-4169-4FEE-B1FB-A34C95C63A90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1E2FE-052E-4570-9BD2-B329571407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2376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E1A73-4169-4FEE-B1FB-A34C95C63A90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1E2FE-052E-4570-9BD2-B329571407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85978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E1A73-4169-4FEE-B1FB-A34C95C63A90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1E2FE-052E-4570-9BD2-B3295714074E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81065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E1A73-4169-4FEE-B1FB-A34C95C63A90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1E2FE-052E-4570-9BD2-B329571407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3573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E1A73-4169-4FEE-B1FB-A34C95C63A90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1E2FE-052E-4570-9BD2-B329571407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57490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E1A73-4169-4FEE-B1FB-A34C95C63A90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1E2FE-052E-4570-9BD2-B329571407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14334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E1A73-4169-4FEE-B1FB-A34C95C63A90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1E2FE-052E-4570-9BD2-B329571407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26374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E1A73-4169-4FEE-B1FB-A34C95C63A90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1E2FE-052E-4570-9BD2-B329571407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264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F1E1A73-4169-4FEE-B1FB-A34C95C63A90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081E2FE-052E-4570-9BD2-B329571407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54313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D188DFA5-47F4-4DE7-7454-2357CE62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1" y="4047565"/>
            <a:ext cx="5988424" cy="2528794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Студента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ВИНОГРАДОВА ЕВГЕНИЯ ФЁДОРОВИЧА</a:t>
            </a:r>
          </a:p>
          <a:p>
            <a:pPr algn="l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Группа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22П-1</a:t>
            </a:r>
          </a:p>
          <a:p>
            <a:pPr algn="l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Руководители: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 колледжа: Махнев Александр Анатольевич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 организации: Титов Сергей Николаевич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9AAD391-25BD-4DEE-744D-B2D1EFB974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281641"/>
            <a:ext cx="8825658" cy="3329581"/>
          </a:xfrm>
        </p:spPr>
        <p:txBody>
          <a:bodyPr/>
          <a:lstStyle/>
          <a:p>
            <a:pPr indent="540385" algn="ctr"/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Отчет по производственной  практике</a:t>
            </a:r>
            <a:r>
              <a:rPr lang="ru-RU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ru-RU" sz="3200" b="1" dirty="0">
                <a:latin typeface="Times New Roman" panose="02020603050405020304" pitchFamily="18" charset="0"/>
              </a:rPr>
              <a:t>ПМ.11. Разработка, администрирование и защита баз данных</a:t>
            </a:r>
            <a:r>
              <a:rPr lang="en-US" sz="3200" b="1" dirty="0">
                <a:latin typeface="Times New Roman" panose="02020603050405020304" pitchFamily="18" charset="0"/>
              </a:rPr>
              <a:t>”</a:t>
            </a:r>
            <a:r>
              <a:rPr lang="ru-RU" sz="1800" b="1" dirty="0">
                <a:latin typeface="Times New Roman" panose="02020603050405020304" pitchFamily="18" charset="0"/>
              </a:rPr>
              <a:t>.</a:t>
            </a:r>
            <a:b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3200" b="1" dirty="0" err="1">
                <a:latin typeface="Times New Roman" panose="02020603050405020304" pitchFamily="18" charset="0"/>
              </a:rPr>
              <a:t>Тема:«Разработка</a:t>
            </a:r>
            <a:r>
              <a:rPr lang="ru-RU" sz="3200" b="1" dirty="0">
                <a:latin typeface="Times New Roman" panose="02020603050405020304" pitchFamily="18" charset="0"/>
              </a:rPr>
              <a:t> базы данных «</a:t>
            </a:r>
            <a:r>
              <a:rPr lang="ru-RU" sz="3200" b="1" dirty="0" err="1">
                <a:latin typeface="Times New Roman" panose="02020603050405020304" pitchFamily="18" charset="0"/>
              </a:rPr>
              <a:t>УчетСИЗ</a:t>
            </a:r>
            <a:r>
              <a:rPr lang="ru-RU" sz="3200" b="1" dirty="0">
                <a:latin typeface="Times New Roman" panose="02020603050405020304" pitchFamily="18" charset="0"/>
              </a:rPr>
              <a:t>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5336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98B9BB-56B5-2ADD-FD94-9DDDB0BA7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3FFF95-97F9-0D6C-154C-A688A5614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Цель</a:t>
            </a:r>
            <a:r>
              <a:rPr lang="en-US" dirty="0"/>
              <a:t>:</a:t>
            </a:r>
          </a:p>
          <a:p>
            <a:pPr marL="36900" indent="0">
              <a:buNone/>
            </a:pPr>
            <a:r>
              <a:rPr lang="en-US" dirty="0"/>
              <a:t>- </a:t>
            </a:r>
            <a:r>
              <a:rPr lang="ru-RU" dirty="0"/>
              <a:t>Разработка базы данных для учёта СИЗ</a:t>
            </a:r>
            <a:r>
              <a:rPr lang="en-US" dirty="0"/>
              <a:t>,</a:t>
            </a:r>
            <a:r>
              <a:rPr lang="ru-RU" dirty="0"/>
              <a:t> выдачи СИЗ сотрудникам и администрирования пользователей в системе</a:t>
            </a:r>
            <a:r>
              <a:rPr lang="en-US" dirty="0"/>
              <a:t>.</a:t>
            </a:r>
            <a:endParaRPr lang="ru-RU" dirty="0"/>
          </a:p>
          <a:p>
            <a:pPr marL="36900" indent="0">
              <a:buNone/>
            </a:pPr>
            <a:endParaRPr lang="en-US" dirty="0"/>
          </a:p>
          <a:p>
            <a:r>
              <a:rPr lang="ru-RU" dirty="0"/>
              <a:t>Задачи</a:t>
            </a:r>
          </a:p>
          <a:p>
            <a:pPr>
              <a:buFontTx/>
              <a:buChar char="-"/>
            </a:pPr>
            <a:r>
              <a:rPr lang="ru-RU" dirty="0"/>
              <a:t>Выполнить анализ предметной области</a:t>
            </a:r>
            <a:r>
              <a:rPr lang="en-US" dirty="0"/>
              <a:t>.</a:t>
            </a:r>
            <a:endParaRPr lang="ru-RU" dirty="0"/>
          </a:p>
          <a:p>
            <a:pPr>
              <a:buFontTx/>
              <a:buChar char="-"/>
            </a:pPr>
            <a:r>
              <a:rPr lang="ru-RU" dirty="0"/>
              <a:t>Выполнить проектирование </a:t>
            </a:r>
            <a:r>
              <a:rPr lang="en-US" dirty="0"/>
              <a:t>ER-</a:t>
            </a:r>
            <a:r>
              <a:rPr lang="ru-RU" dirty="0"/>
              <a:t>диаграммы и диаграммы вариантов использования</a:t>
            </a:r>
            <a:r>
              <a:rPr lang="en-US" dirty="0"/>
              <a:t>.</a:t>
            </a:r>
            <a:endParaRPr lang="ru-RU" dirty="0"/>
          </a:p>
          <a:p>
            <a:pPr>
              <a:buFontTx/>
              <a:buChar char="-"/>
            </a:pPr>
            <a:r>
              <a:rPr lang="ru-RU" dirty="0"/>
              <a:t>Выполнить построение БД</a:t>
            </a:r>
            <a:r>
              <a:rPr lang="en-US" dirty="0"/>
              <a:t>,</a:t>
            </a:r>
            <a:r>
              <a:rPr lang="ru-RU" dirty="0"/>
              <a:t> и нормализировать её к 3НФ</a:t>
            </a:r>
            <a:r>
              <a:rPr lang="en-US" dirty="0"/>
              <a:t>.</a:t>
            </a:r>
            <a:endParaRPr lang="ru-RU" dirty="0"/>
          </a:p>
          <a:p>
            <a:pPr>
              <a:buFontTx/>
              <a:buChar char="-"/>
            </a:pPr>
            <a:r>
              <a:rPr lang="ru-RU" dirty="0"/>
              <a:t>Настройка ролей и безопасности</a:t>
            </a:r>
            <a:r>
              <a:rPr lang="en-US" dirty="0"/>
              <a:t>.</a:t>
            </a:r>
            <a:endParaRPr lang="ru-RU" dirty="0"/>
          </a:p>
          <a:p>
            <a:pPr>
              <a:buFontTx/>
              <a:buChar char="-"/>
            </a:pPr>
            <a:r>
              <a:rPr lang="ru-RU" dirty="0"/>
              <a:t>Создание отчётов</a:t>
            </a:r>
            <a:r>
              <a:rPr lang="en-US" dirty="0"/>
              <a:t>.</a:t>
            </a:r>
            <a:endParaRPr lang="ru-RU" dirty="0"/>
          </a:p>
          <a:p>
            <a:pPr>
              <a:buFontTx/>
              <a:buChar char="-"/>
            </a:pPr>
            <a:r>
              <a:rPr lang="ru-RU" dirty="0"/>
              <a:t>Выполнение резервного копирования и восстановления Базы данных</a:t>
            </a:r>
            <a:r>
              <a:rPr lang="en-US" dirty="0"/>
              <a:t>.</a:t>
            </a:r>
            <a:endParaRPr lang="ru-RU" dirty="0"/>
          </a:p>
          <a:p>
            <a:pPr>
              <a:buFontTx/>
              <a:buChar char="-"/>
            </a:pPr>
            <a:r>
              <a:rPr lang="ru-RU" dirty="0"/>
              <a:t>Выполнение </a:t>
            </a:r>
            <a:r>
              <a:rPr lang="en-US" dirty="0"/>
              <a:t>CRUID </a:t>
            </a:r>
            <a:r>
              <a:rPr lang="ru-RU" dirty="0"/>
              <a:t>операций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373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AD0E14-BF24-29BE-F14D-3F08DD33D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предметной области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95B17F-E05C-D740-E778-94F81D515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Выполнено изучение процессов</a:t>
            </a:r>
            <a:r>
              <a:rPr lang="en-US" dirty="0"/>
              <a:t>:</a:t>
            </a:r>
          </a:p>
          <a:p>
            <a:pPr>
              <a:buFontTx/>
              <a:buChar char="-"/>
            </a:pPr>
            <a:r>
              <a:rPr lang="ru-RU" dirty="0"/>
              <a:t>Учёт СИЗ</a:t>
            </a:r>
            <a:r>
              <a:rPr lang="en-US" dirty="0"/>
              <a:t>.</a:t>
            </a:r>
            <a:endParaRPr lang="ru-RU" dirty="0"/>
          </a:p>
          <a:p>
            <a:pPr>
              <a:buFontTx/>
              <a:buChar char="-"/>
            </a:pPr>
            <a:r>
              <a:rPr lang="ru-RU" dirty="0"/>
              <a:t>Норма выдачи СИЗ</a:t>
            </a:r>
            <a:r>
              <a:rPr lang="en-US" dirty="0"/>
              <a:t>.</a:t>
            </a:r>
          </a:p>
          <a:p>
            <a:r>
              <a:rPr lang="ru-RU" dirty="0"/>
              <a:t>Сущности</a:t>
            </a:r>
            <a:r>
              <a:rPr lang="en-US" dirty="0"/>
              <a:t>:</a:t>
            </a:r>
          </a:p>
          <a:p>
            <a:pPr marL="36900" indent="0">
              <a:buNone/>
            </a:pPr>
            <a:r>
              <a:rPr lang="ru-RU" dirty="0"/>
              <a:t>СИЗ</a:t>
            </a:r>
            <a:r>
              <a:rPr lang="en-US" dirty="0"/>
              <a:t>,</a:t>
            </a:r>
            <a:r>
              <a:rPr lang="ru-RU" dirty="0"/>
              <a:t> Норма выдачи СИЗ</a:t>
            </a:r>
            <a:r>
              <a:rPr lang="en-US" dirty="0"/>
              <a:t>,</a:t>
            </a:r>
            <a:r>
              <a:rPr lang="ru-RU" dirty="0"/>
              <a:t> Сотрудники</a:t>
            </a:r>
            <a:r>
              <a:rPr lang="en-US" dirty="0"/>
              <a:t>,</a:t>
            </a:r>
            <a:r>
              <a:rPr lang="ru-RU" dirty="0"/>
              <a:t> Сезоны</a:t>
            </a:r>
            <a:r>
              <a:rPr lang="en-US" dirty="0"/>
              <a:t>,</a:t>
            </a:r>
            <a:r>
              <a:rPr lang="ru-RU" dirty="0"/>
              <a:t> Дерматологические средства</a:t>
            </a:r>
            <a:r>
              <a:rPr lang="en-US" dirty="0"/>
              <a:t>,</a:t>
            </a:r>
            <a:r>
              <a:rPr lang="ru-RU" dirty="0"/>
              <a:t> Инфраструктуры</a:t>
            </a:r>
            <a:r>
              <a:rPr lang="en-US" dirty="0"/>
              <a:t>,</a:t>
            </a:r>
            <a:r>
              <a:rPr lang="ru-RU" dirty="0"/>
              <a:t> Профессии</a:t>
            </a:r>
            <a:r>
              <a:rPr lang="en-US" dirty="0"/>
              <a:t>,</a:t>
            </a:r>
            <a:r>
              <a:rPr lang="ru-RU" dirty="0"/>
              <a:t> Типы СИЗ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6986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DFC33-4813-DC42-A2BD-0E27D6541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ER-</a:t>
            </a:r>
            <a:r>
              <a:rPr lang="ru-RU" dirty="0"/>
              <a:t>диаграмма (</a:t>
            </a:r>
            <a:r>
              <a:rPr lang="en-US" dirty="0"/>
              <a:t>Crow’s Foot)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785B379-232B-5DC5-BE27-B5F9C168BEF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892300" y="1580050"/>
            <a:ext cx="7683500" cy="466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65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6E2E0A-7F54-2CF8-461C-4DEFAD52E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вариантов использования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C245A5C-5A25-2F94-BF65-32986E262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900" y="1923446"/>
            <a:ext cx="8534400" cy="4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920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1ED22B-2431-BEBC-088E-B352AEB42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базы данных в </a:t>
            </a:r>
            <a:r>
              <a:rPr lang="en-US" dirty="0"/>
              <a:t>SQL Server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FB2A762-4D70-0EDE-FC82-5734A6192B4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580050"/>
            <a:ext cx="4762499" cy="466835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75B7D73-800C-FA9B-6DBB-C205406F00C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762499" y="1580050"/>
            <a:ext cx="5199529" cy="46683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ECACD5-40F0-5A46-D8AB-A52BE15EA564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9962028" y="1746322"/>
            <a:ext cx="2079159" cy="450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738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9BD8F2-76F1-FE8F-3B37-1F7B0CA4B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Роли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E26A6E-92E2-8356-46A1-BA9CEE683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Администратор – полный доступ к БД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Менеджер СИЗ – полный доступ ко всем таблицам</a:t>
            </a:r>
            <a:r>
              <a:rPr lang="en-US" dirty="0"/>
              <a:t>,</a:t>
            </a:r>
            <a:r>
              <a:rPr lang="ru-RU" dirty="0"/>
              <a:t> кроме таблиц</a:t>
            </a:r>
            <a:r>
              <a:rPr lang="en-US" dirty="0"/>
              <a:t>,</a:t>
            </a:r>
            <a:r>
              <a:rPr lang="ru-RU" dirty="0"/>
              <a:t> которые связаны с администрированием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Бухгалтер – просмотр всех таблиц как и Менеджер СИЗ</a:t>
            </a:r>
            <a:r>
              <a:rPr lang="en-US" dirty="0"/>
              <a:t>,</a:t>
            </a:r>
            <a:r>
              <a:rPr lang="ru-RU" dirty="0"/>
              <a:t> выполнение отчётов</a:t>
            </a:r>
            <a:r>
              <a:rPr lang="en-US" dirty="0"/>
              <a:t>.</a:t>
            </a:r>
            <a:endParaRPr lang="ru-RU" dirty="0"/>
          </a:p>
          <a:p>
            <a:pPr marL="3690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F749502-7675-C452-9AB3-3F4E7DAD26F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84187" y="3429000"/>
            <a:ext cx="2105025" cy="31242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49B15D6-21C3-D308-8647-3CCC3FC24A8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687637" y="3429000"/>
            <a:ext cx="2524125" cy="31242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2C3C08D-72E1-B21A-CA75-52C8D3D27448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310187" y="3471311"/>
            <a:ext cx="3419475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150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E18C60-FBA4-CF3E-EC1D-69ECFDDB9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отчётов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2BD6C8-FA4F-9D8C-1C42-507792E8E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Отчёт по нормоконтролю выдачи СИЗ</a:t>
            </a:r>
            <a:r>
              <a:rPr lang="en-US" dirty="0"/>
              <a:t>.</a:t>
            </a:r>
            <a:endParaRPr lang="ru-RU" dirty="0"/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25A71E8-5DF9-E5C6-BA20-0119B174CA3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13795" y="2350770"/>
            <a:ext cx="6840220" cy="190373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9D8FD36-92EB-5C29-4831-F86A12746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95" y="4349383"/>
            <a:ext cx="5039428" cy="2318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731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91DF8E-27EF-5EB6-48E3-4CB8C281A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Резервное копирование и восстановление БД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340F25B-E487-801F-9C9F-9E9118420F0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85762" y="1580050"/>
            <a:ext cx="7081838" cy="97045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F2E7A45-26AF-6C8A-1061-6E34A5F0B18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85762" y="2575900"/>
            <a:ext cx="5781675" cy="124777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E394DED-03D6-C9EB-11CB-7B8D2D598782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659246" y="2684950"/>
            <a:ext cx="5146992" cy="39243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49E3E46-3C51-5A7B-7647-2E2D206D0D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636" y="3842386"/>
            <a:ext cx="4873910" cy="287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239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053C32-1A69-DBCF-2C0E-91202D8FB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54336"/>
            <a:ext cx="10353762" cy="970450"/>
          </a:xfrm>
        </p:spPr>
        <p:txBody>
          <a:bodyPr/>
          <a:lstStyle/>
          <a:p>
            <a:r>
              <a:rPr lang="ru-RU" dirty="0"/>
              <a:t>Программа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C830698-300A-02C0-D208-89F20E1591B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8275" y="1482175"/>
            <a:ext cx="3870325" cy="245482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7B0D18E-3B51-536D-18EB-C9BB230E41A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68275" y="4152414"/>
            <a:ext cx="4640898" cy="25527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80C27A7-80B7-66AE-5759-93DFB5FD0E61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809173" y="4054540"/>
            <a:ext cx="2219325" cy="265057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B86FDEA-101B-D23B-7699-FF8B24B61868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4038600" y="1482176"/>
            <a:ext cx="3870325" cy="245482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794C1B-2D78-3C1E-821B-15FFE8DC93CF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7987665" y="1354170"/>
            <a:ext cx="4099877" cy="264160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2BBDEAD-6823-83F1-7D07-A2D7BFA6F4AE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7175500" y="4054540"/>
            <a:ext cx="4912042" cy="265057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27E7762-2D66-2FED-347B-7F39F3BD7A6D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>
            <a:off x="7311072" y="4868347"/>
            <a:ext cx="4640898" cy="204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617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47AB75-7609-6EA7-A6C2-155F19B6F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943775"/>
            <a:ext cx="10353762" cy="970450"/>
          </a:xfrm>
        </p:spPr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40911903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">
  <a:themeElements>
    <a:clrScheme name="Сланец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Сланец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анец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TM04033929[[fn=Сланец]]</Template>
  <TotalTime>42</TotalTime>
  <Words>223</Words>
  <Application>Microsoft Office PowerPoint</Application>
  <PresentationFormat>Широкоэкранный</PresentationFormat>
  <Paragraphs>36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Calisto MT</vt:lpstr>
      <vt:lpstr>Times New Roman</vt:lpstr>
      <vt:lpstr>Wingdings 2</vt:lpstr>
      <vt:lpstr>Сланец</vt:lpstr>
      <vt:lpstr>Отчет по производственной  практике “ПМ.11. Разработка, администрирование и защита баз данных”. Тема:«Разработка базы данных «УчетСИЗ».</vt:lpstr>
      <vt:lpstr>Цели и задачи</vt:lpstr>
      <vt:lpstr>Анализ предметной области</vt:lpstr>
      <vt:lpstr>ER-диаграмма (Crow’s Foot)</vt:lpstr>
      <vt:lpstr>Диаграмма вариантов использования</vt:lpstr>
      <vt:lpstr>Реализация базы данных в SQL Server</vt:lpstr>
      <vt:lpstr>Роли</vt:lpstr>
      <vt:lpstr>Примеры отчётов</vt:lpstr>
      <vt:lpstr>Резервное копирование и восстановление БД</vt:lpstr>
      <vt:lpstr>Программа</vt:lpstr>
      <vt:lpstr>Спасибо за внимание!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Jeka Surek</dc:creator>
  <cp:lastModifiedBy>Jeka Surek</cp:lastModifiedBy>
  <cp:revision>5</cp:revision>
  <dcterms:created xsi:type="dcterms:W3CDTF">2025-05-26T00:17:16Z</dcterms:created>
  <dcterms:modified xsi:type="dcterms:W3CDTF">2025-05-26T01:00:10Z</dcterms:modified>
</cp:coreProperties>
</file>